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81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GESTURE CONTROL · 3D GRAPHICS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Hand-Controlled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Shape Visualizer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hand gesture control of interactive 3D objects using MediaPipe AI + OpenCV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184F5-CF1C-4097-A9D9-90675F98905D}"/>
              </a:ext>
            </a:extLst>
          </p:cNvPr>
          <p:cNvSpPr txBox="1"/>
          <p:nvPr/>
        </p:nvSpPr>
        <p:spPr>
          <a:xfrm>
            <a:off x="6531428" y="4433054"/>
            <a:ext cx="2447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BY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Momin Butt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17373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984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8470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792224"/>
            <a:ext cx="4114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6642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7373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2984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18470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92224"/>
            <a:ext cx="4114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642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188720"/>
            <a:ext cx="17373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984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18470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1792224"/>
            <a:ext cx="4114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16642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188720"/>
            <a:ext cx="17373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2984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🎲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32320" y="184708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Shape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41732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shapes you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control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2377440" cy="27432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743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29768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target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29000" y="3547872"/>
            <a:ext cx="2377440" cy="27432"/>
          </a:xfrm>
          <a:prstGeom prst="rect">
            <a:avLst/>
          </a:prstGeom>
          <a:solidFill>
            <a:srgbClr val="00D26A">
              <a:alpha val="6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717804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547872"/>
            <a:ext cx="2377440" cy="27432"/>
          </a:xfrm>
          <a:prstGeom prst="rect">
            <a:avLst/>
          </a:prstGeom>
          <a:solidFill>
            <a:srgbClr val="F78166">
              <a:alpha val="6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hands become the controller — no keyboard, no mouse, no extra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 detection — finds all 21 landmark points on your hand in real 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54864" cy="68580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webcam frames, flips the image, and draws everything on screen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4864" cy="6858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thousands of 3D points in one fast math operation (vectorization)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 runs in background so the screen never freezes while detecting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Inside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Rotation Matrix — math that spins the shape around X, Y, Z axes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1122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atan2 — measures the angle of your hand to control rotation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6243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math.hypot — measures finger-spread distance to scale the shape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1363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Batch Projection — converts 3D points → 2D screen in one step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6484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Dirty Flag — skips redrawing if nothing changed, saving CPU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1605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Adaptive Smoothing — fast moves are tracked fast, slow moves stay smooth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Controls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50292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☝️  1 Hand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Spread thumb &amp; index fingers → scales shape 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Bring fingers close → scales shape DOWN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Move hand across screen → moves the shape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49300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Tilt wrist → rotates the shape on Z-axis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4320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2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60120"/>
            <a:ext cx="2743200" cy="502920"/>
          </a:xfrm>
          <a:prstGeom prst="rect">
            <a:avLst/>
          </a:prstGeom>
          <a:solidFill>
            <a:srgbClr val="00D26A">
              <a:alpha val="80000"/>
            </a:srgbClr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875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✌️🤚  2 Hands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Spread both hands apart → scales shape 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128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Bring hands together → scales shape DOWN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852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Move both hands → moves the shape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49300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Tilt angle between hands → rotates shape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74320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960120"/>
            <a:ext cx="2743200" cy="502920"/>
          </a:xfrm>
          <a:prstGeom prst="rect">
            <a:avLst/>
          </a:prstGeom>
          <a:solidFill>
            <a:srgbClr val="F78166">
              <a:alpha val="8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9875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🤌  Pinch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Pinch fingers over a UI button at the top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2128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Selects that 3D shape instantly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852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More reliable than hovering — detects intent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49300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mid-gesture without dropping the shape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No hands detected  →  Shape auto-spins slowly (idle mode)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v2 Fast &amp; Smart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155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 runs in background — screen never freezes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04288"/>
            <a:ext cx="502920" cy="11430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04288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1401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Cache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072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shape points built once at startup, reused every frame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02736"/>
            <a:ext cx="502920" cy="1143000"/>
          </a:xfrm>
          <a:prstGeom prst="rect">
            <a:avLst/>
          </a:prstGeom>
          <a:solidFill>
            <a:srgbClr val="00D26A">
              <a:alpha val="80000"/>
            </a:srgbClr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02736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Batch Projection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1056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3D→2D math done in one single vectorized operation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005840"/>
            <a:ext cx="502920" cy="1143000"/>
          </a:xfrm>
          <a:prstGeom prst="rect">
            <a:avLst/>
          </a:prstGeom>
          <a:solidFill>
            <a:srgbClr val="F78166">
              <a:alpha val="8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11155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Flag Rendering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5087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redraws the shape when something actually changed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04288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304288"/>
            <a:ext cx="502920" cy="1143000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04288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41401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Smoothing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8072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fast moves quickly, keeps slow precise moves silky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602736"/>
            <a:ext cx="4114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602736"/>
            <a:ext cx="502920" cy="11430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02736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Pinch-to-Select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41056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gesture selects shape — more reliable than hovering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Hand-Controlled 3D Shape Visualizer — v2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2971800"/>
            <a:ext cx="1828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28900" y="2971800"/>
            <a:ext cx="1828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89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2971800"/>
            <a:ext cx="1828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63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43700" y="2971800"/>
            <a:ext cx="1828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370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3.10–3.12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demo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455</Words>
  <Application>Microsoft Office PowerPoint</Application>
  <PresentationFormat>On-screen Show (16:9)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Hand-Controlled 3D Shape Visualizer</dc:title>
  <dc:subject>PptxGenJS Presentation</dc:subject>
  <dc:creator>PptxGenJS</dc:creator>
  <cp:lastModifiedBy>Moman Butt</cp:lastModifiedBy>
  <cp:revision>3</cp:revision>
  <dcterms:created xsi:type="dcterms:W3CDTF">2026-05-10T18:47:57Z</dcterms:created>
  <dcterms:modified xsi:type="dcterms:W3CDTF">2026-08-22T18:35:36Z</dcterms:modified>
</cp:coreProperties>
</file>